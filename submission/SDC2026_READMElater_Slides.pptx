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8"/>
  </p:normalViewPr>
  <p:slideViewPr>
    <p:cSldViewPr snapToGrid="0" snapToObjects="1">
      <p:cViewPr varScale="1">
        <p:scale>
          <a:sx n="104" d="100"/>
          <a:sy n="104" d="100"/>
        </p:scale>
        <p:origin x="800"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7981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 we're team README later, and our product is called Loupe. It's an Orbyte module that keeps a small food business's halal supplier certificates up to date and checks every delivery against them. Anything that doesn't match goes to a supervisor, so problems get caught at the door, before the audit.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Meet Farid, our sample customer. He's the halal supervisor at a small bakery, and he also works in the kitchen. JAKIM's rulebook, MHMS 2020, has him keep a masterlist, which is a record of every ingredient, who makes it, and when its halal certificate expires.  When flour arrives, Aina signs for it at the door, and the proof goes into folders and WhatsApp. Weeks later, an inspector reviews the records. That's when Farid finds out a supplier's certificate had lapsed, or a different brand is already in the food. If that isn't corrected in time, the bakery's certificate can be suspended.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Farid isn't alone. As of September 2025, almost 10,000 companies held JAKIM certification, and over 80% were SMEs. And in October 2024, JAKIM had revoked 3,068 certificates for non-compliance. And from our own manual timing, checking one delivery by hand takes 92 seconds and eight steps.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why built Loupe. When a delivery arrives, staff choose the material and photograph its label. Our vision model reads the product, brand and maker from the photo. Then six deterministic rules do the checking. They check that the label is readable, it matches the approved material, the certificate covers it and is valid, the issuer is recognised, and that a halal mark is visible.  Anything that fails a rule will get flagged for Farid to check.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what using Loupe instead gives you. On Loupe, a check takes 15.5 seconds instead of from 92. That's 83% less time, which is our SDG 8.2 contribution. Staff also go from eight steps per check to three. A flagged delivery takes Farid about 31 seconds to decide, down from 320. Across 32 synthetic labels, it caught all 26 wrong products and swapped brands, with no false flags. These results have beaten our Phase 1 targets.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Other tools on the market right now only track the paperwork. Verify Halal looks up one product at a time. Taqyid and HalalSuite manage certificates and audits. From their public websites, we found no one else who reads the label on the actual delivery and checks it against your approved list, or shares one supplier renewal with every buyer.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That sharing is the business. If ten bakeries buy from one supplier, today each chases its own copy of the same certificate. With Loupe, the supplier renews once and all ten update. In our demo, one renewal updates nine items across two businesses. So every new supplier makes Loupe more useful to every buyer.  A second business needs no new code, only its own ingredient list, people and settings.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this is our business model. Suppliers will join free, and SMEs pay 50 sen per check, so a bakery doing 130 checks a month pays RM65. Our computing cost is about 31 sen a check at a thousand checks a month. At ten thousand, it's cheaper to keep the model running, and the cost falls to about 13 sen. So our margin grows as the network does.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Loupe is built to be checked. The server blocks approval by anyone except the supervisor, and every log row names the person, the item, the verdict and the reason. Each SME sees only its own records, and photos go only to our own model. But don't take our word for it. My teammates will now show you the live demo.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A and Demo B run the live demo, 4:30. Raise one finger at 3:30. Hard stop at 9:50 overall.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png"/></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9.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0.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2000" cy="6858000"/>
          </a:xfrm>
          <a:prstGeom prst="rect">
            <a:avLst/>
          </a:prstGeom>
        </p:spPr>
      </p:pic>
      <p:pic>
        <p:nvPicPr>
          <p:cNvPr id="3" name="Picture 2" descr="e00.png"/>
          <p:cNvPicPr>
            <a:picLocks noChangeAspect="1"/>
          </p:cNvPicPr>
          <p:nvPr/>
        </p:nvPicPr>
        <p:blipFill>
          <a:blip r:embed="rId4"/>
          <a:stretch>
            <a:fillRect/>
          </a:stretch>
        </p:blipFill>
        <p:spPr>
          <a:xfrm>
            <a:off x="508000" y="457200"/>
            <a:ext cx="4292600" cy="469900"/>
          </a:xfrm>
          <a:prstGeom prst="rect">
            <a:avLst/>
          </a:prstGeom>
        </p:spPr>
      </p:pic>
      <p:pic>
        <p:nvPicPr>
          <p:cNvPr id="4" name="Picture 3" descr="e01.png"/>
          <p:cNvPicPr>
            <a:picLocks noChangeAspect="1"/>
          </p:cNvPicPr>
          <p:nvPr/>
        </p:nvPicPr>
        <p:blipFill>
          <a:blip r:embed="rId5"/>
          <a:stretch>
            <a:fillRect/>
          </a:stretch>
        </p:blipFill>
        <p:spPr>
          <a:xfrm>
            <a:off x="508000" y="2501900"/>
            <a:ext cx="4292600" cy="1587500"/>
          </a:xfrm>
          <a:prstGeom prst="rect">
            <a:avLst/>
          </a:prstGeom>
        </p:spPr>
      </p:pic>
      <p:pic>
        <p:nvPicPr>
          <p:cNvPr id="5" name="Picture 4" descr="e02.png"/>
          <p:cNvPicPr>
            <a:picLocks noChangeAspect="1"/>
          </p:cNvPicPr>
          <p:nvPr/>
        </p:nvPicPr>
        <p:blipFill>
          <a:blip r:embed="rId6"/>
          <a:stretch>
            <a:fillRect/>
          </a:stretch>
        </p:blipFill>
        <p:spPr>
          <a:xfrm>
            <a:off x="508000" y="5670550"/>
            <a:ext cx="4292600" cy="781050"/>
          </a:xfrm>
          <a:prstGeom prst="rect">
            <a:avLst/>
          </a:prstGeom>
        </p:spPr>
      </p:pic>
      <p:pic>
        <p:nvPicPr>
          <p:cNvPr id="6" name="Picture 5" descr="e03.png"/>
          <p:cNvPicPr>
            <a:picLocks noChangeAspect="1"/>
          </p:cNvPicPr>
          <p:nvPr/>
        </p:nvPicPr>
        <p:blipFill>
          <a:blip r:embed="rId7"/>
          <a:stretch>
            <a:fillRect/>
          </a:stretch>
        </p:blipFill>
        <p:spPr>
          <a:xfrm>
            <a:off x="5816600" y="800100"/>
            <a:ext cx="5765800" cy="3206750"/>
          </a:xfrm>
          <a:prstGeom prst="rect">
            <a:avLst/>
          </a:prstGeom>
        </p:spPr>
      </p:pic>
      <p:pic>
        <p:nvPicPr>
          <p:cNvPr id="7" name="Picture 6" descr="e04.png"/>
          <p:cNvPicPr>
            <a:picLocks noChangeAspect="1"/>
          </p:cNvPicPr>
          <p:nvPr/>
        </p:nvPicPr>
        <p:blipFill>
          <a:blip r:embed="rId8"/>
          <a:stretch>
            <a:fillRect/>
          </a:stretch>
        </p:blipFill>
        <p:spPr>
          <a:xfrm>
            <a:off x="5816600" y="4660900"/>
            <a:ext cx="1257300" cy="596900"/>
          </a:xfrm>
          <a:prstGeom prst="rect">
            <a:avLst/>
          </a:prstGeom>
        </p:spPr>
      </p:pic>
      <p:pic>
        <p:nvPicPr>
          <p:cNvPr id="8" name="Picture 7" descr="e05.png"/>
          <p:cNvPicPr>
            <a:picLocks noChangeAspect="1"/>
          </p:cNvPicPr>
          <p:nvPr/>
        </p:nvPicPr>
        <p:blipFill>
          <a:blip r:embed="rId9"/>
          <a:stretch>
            <a:fillRect/>
          </a:stretch>
        </p:blipFill>
        <p:spPr>
          <a:xfrm>
            <a:off x="6896100" y="4660900"/>
            <a:ext cx="1263650" cy="596900"/>
          </a:xfrm>
          <a:prstGeom prst="rect">
            <a:avLst/>
          </a:prstGeom>
        </p:spPr>
      </p:pic>
      <p:pic>
        <p:nvPicPr>
          <p:cNvPr id="9" name="Picture 8" descr="e06.png"/>
          <p:cNvPicPr>
            <a:picLocks noChangeAspect="1"/>
          </p:cNvPicPr>
          <p:nvPr/>
        </p:nvPicPr>
        <p:blipFill>
          <a:blip r:embed="rId10"/>
          <a:stretch>
            <a:fillRect/>
          </a:stretch>
        </p:blipFill>
        <p:spPr>
          <a:xfrm>
            <a:off x="7988300" y="4660900"/>
            <a:ext cx="1549400" cy="596900"/>
          </a:xfrm>
          <a:prstGeom prst="rect">
            <a:avLst/>
          </a:prstGeom>
        </p:spPr>
      </p:pic>
      <p:pic>
        <p:nvPicPr>
          <p:cNvPr id="10" name="Picture 9" descr="e07.png"/>
          <p:cNvPicPr>
            <a:picLocks noChangeAspect="1"/>
          </p:cNvPicPr>
          <p:nvPr/>
        </p:nvPicPr>
        <p:blipFill>
          <a:blip r:embed="rId11"/>
          <a:stretch>
            <a:fillRect/>
          </a:stretch>
        </p:blipFill>
        <p:spPr>
          <a:xfrm>
            <a:off x="5816600" y="5918200"/>
            <a:ext cx="5765800" cy="482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Motion origin="layout" path="M 0 0.01481 L 0 0 E" pathEditMode="relative" ptsTypes="AA">
                                      <p:cBhvr additive="base">
                                        <p:cTn id="8" dur="500" decel="100000" fill="hold"/>
                                        <p:tgtEl>
                                          <p:spTgt spid="3"/>
                                        </p:tgtEl>
                                        <p:attrNameLst>
                                          <p:attrName>ppt_x</p:attrName>
                                          <p:attrName>ppt_y</p:attrName>
                                        </p:attrNameLst>
                                      </p:cBhvr>
                                    </p:animMotion>
                                  </p:childTnLst>
                                </p:cTn>
                              </p:par>
                              <p:par>
                                <p:cTn id="9" presetID="10" presetClass="entr" presetSubtype="0" fill="hold" nodeType="withEffect">
                                  <p:stCondLst>
                                    <p:cond delay="1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decel="100000"/>
                                        <p:tgtEl>
                                          <p:spTgt spid="4"/>
                                        </p:tgtEl>
                                      </p:cBhvr>
                                    </p:animEffect>
                                    <p:animMotion origin="layout" path="M 0 0.01481 L 0 0 E" pathEditMode="relative" ptsTypes="AA">
                                      <p:cBhvr additive="base">
                                        <p:cTn id="12" dur="500" decel="100000" fill="hold"/>
                                        <p:tgtEl>
                                          <p:spTgt spid="4"/>
                                        </p:tgtEl>
                                        <p:attrNameLst>
                                          <p:attrName>ppt_x</p:attrName>
                                          <p:attrName>ppt_y</p:attrName>
                                        </p:attrNameLst>
                                      </p:cBhvr>
                                    </p:animMotion>
                                  </p:childTnLst>
                                </p:cTn>
                              </p:par>
                              <p:par>
                                <p:cTn id="13" presetID="10" presetClass="entr" presetSubtype="0" fill="hold" nodeType="withEffect">
                                  <p:stCondLst>
                                    <p:cond delay="25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decel="100000"/>
                                        <p:tgtEl>
                                          <p:spTgt spid="5"/>
                                        </p:tgtEl>
                                      </p:cBhvr>
                                    </p:animEffect>
                                    <p:animMotion origin="layout" path="M 0 0.01481 L 0 0 E" pathEditMode="relative" ptsTypes="AA">
                                      <p:cBhvr additive="base">
                                        <p:cTn id="16" dur="500" decel="100000" fill="hold"/>
                                        <p:tgtEl>
                                          <p:spTgt spid="5"/>
                                        </p:tgtEl>
                                        <p:attrNameLst>
                                          <p:attrName>ppt_x</p:attrName>
                                          <p:attrName>ppt_y</p:attrName>
                                        </p:attrNameLst>
                                      </p:cBhvr>
                                    </p:animMotion>
                                  </p:childTnLst>
                                </p:cTn>
                              </p:par>
                              <p:par>
                                <p:cTn id="17" presetID="10" presetClass="entr" presetSubtype="0" fill="hold" nodeType="withEffect">
                                  <p:stCondLst>
                                    <p:cond delay="3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decel="100000"/>
                                        <p:tgtEl>
                                          <p:spTgt spid="6"/>
                                        </p:tgtEl>
                                      </p:cBhvr>
                                    </p:animEffect>
                                    <p:animMotion origin="layout" path="M 0 0.01481 L 0 0 E" pathEditMode="relative" ptsTypes="AA">
                                      <p:cBhvr additive="base">
                                        <p:cTn id="20" dur="500" decel="100000" fill="hold"/>
                                        <p:tgtEl>
                                          <p:spTgt spid="6"/>
                                        </p:tgtEl>
                                        <p:attrNameLst>
                                          <p:attrName>ppt_x</p:attrName>
                                          <p:attrName>ppt_y</p:attrName>
                                        </p:attrNameLst>
                                      </p:cBhvr>
                                    </p:animMotion>
                                  </p:childTnLst>
                                </p:cTn>
                              </p:par>
                              <p:par>
                                <p:cTn id="21" presetID="10" presetClass="entr" presetSubtype="0" fill="hold" nodeType="withEffect">
                                  <p:stCondLst>
                                    <p:cond delay="7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decel="100000"/>
                                        <p:tgtEl>
                                          <p:spTgt spid="7"/>
                                        </p:tgtEl>
                                      </p:cBhvr>
                                    </p:animEffect>
                                    <p:animMotion origin="layout" path="M 0 0.01481 L 0 0 E" pathEditMode="relative" ptsTypes="AA">
                                      <p:cBhvr additive="base">
                                        <p:cTn id="24" dur="500" decel="100000" fill="hold"/>
                                        <p:tgtEl>
                                          <p:spTgt spid="7"/>
                                        </p:tgtEl>
                                        <p:attrNameLst>
                                          <p:attrName>ppt_x</p:attrName>
                                          <p:attrName>ppt_y</p:attrName>
                                        </p:attrNameLst>
                                      </p:cBhvr>
                                    </p:animMotion>
                                  </p:childTnLst>
                                </p:cTn>
                              </p:par>
                              <p:par>
                                <p:cTn id="25" presetID="10" presetClass="entr" presetSubtype="0" fill="hold" nodeType="withEffect">
                                  <p:stCondLst>
                                    <p:cond delay="82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decel="100000"/>
                                        <p:tgtEl>
                                          <p:spTgt spid="8"/>
                                        </p:tgtEl>
                                      </p:cBhvr>
                                    </p:animEffect>
                                    <p:animMotion origin="layout" path="M 0 0.01481 L 0 0 E" pathEditMode="relative" ptsTypes="AA">
                                      <p:cBhvr additive="base">
                                        <p:cTn id="28" dur="500" decel="100000" fill="hold"/>
                                        <p:tgtEl>
                                          <p:spTgt spid="8"/>
                                        </p:tgtEl>
                                        <p:attrNameLst>
                                          <p:attrName>ppt_x</p:attrName>
                                          <p:attrName>ppt_y</p:attrName>
                                        </p:attrNameLst>
                                      </p:cBhvr>
                                    </p:animMotion>
                                  </p:childTnLst>
                                </p:cTn>
                              </p:par>
                              <p:par>
                                <p:cTn id="29" presetID="10" presetClass="entr" presetSubtype="0" fill="hold" nodeType="withEffect">
                                  <p:stCondLst>
                                    <p:cond delay="94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decel="100000"/>
                                        <p:tgtEl>
                                          <p:spTgt spid="9"/>
                                        </p:tgtEl>
                                      </p:cBhvr>
                                    </p:animEffect>
                                    <p:animMotion origin="layout" path="M 0 0.01481 L 0 0 E" pathEditMode="relative" ptsTypes="AA">
                                      <p:cBhvr additive="base">
                                        <p:cTn id="32" dur="500" decel="100000" fill="hold"/>
                                        <p:tgtEl>
                                          <p:spTgt spid="9"/>
                                        </p:tgtEl>
                                        <p:attrNameLst>
                                          <p:attrName>ppt_x</p:attrName>
                                          <p:attrName>ppt_y</p:attrName>
                                        </p:attrNameLst>
                                      </p:cBhvr>
                                    </p:animMotion>
                                  </p:childTnLst>
                                </p:cTn>
                              </p:par>
                              <p:par>
                                <p:cTn id="33" presetID="10" presetClass="entr" presetSubtype="0" fill="hold" nodeType="withEffect">
                                  <p:stCondLst>
                                    <p:cond delay="120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decel="100000"/>
                                        <p:tgtEl>
                                          <p:spTgt spid="10"/>
                                        </p:tgtEl>
                                      </p:cBhvr>
                                    </p:animEffect>
                                    <p:animMotion origin="layout" path="M 0 0.01481 L 0 0 E" pathEditMode="relative" ptsTypes="AA">
                                      <p:cBhvr additive="base">
                                        <p:cTn id="36" dur="500" decel="100000" fill="hold"/>
                                        <p:tgtEl>
                                          <p:spTgt spid="1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2000" cy="6858000"/>
          </a:xfrm>
          <a:prstGeom prst="rect">
            <a:avLst/>
          </a:prstGeom>
        </p:spPr>
      </p:pic>
      <p:pic>
        <p:nvPicPr>
          <p:cNvPr id="3" name="Picture 2" descr="e00.png"/>
          <p:cNvPicPr>
            <a:picLocks noChangeAspect="1"/>
          </p:cNvPicPr>
          <p:nvPr/>
        </p:nvPicPr>
        <p:blipFill>
          <a:blip r:embed="rId4"/>
          <a:stretch>
            <a:fillRect/>
          </a:stretch>
        </p:blipFill>
        <p:spPr>
          <a:xfrm>
            <a:off x="508000" y="2108200"/>
            <a:ext cx="4241800" cy="4279900"/>
          </a:xfrm>
          <a:prstGeom prst="rect">
            <a:avLst/>
          </a:prstGeom>
        </p:spPr>
      </p:pic>
      <p:pic>
        <p:nvPicPr>
          <p:cNvPr id="4" name="Picture 3" descr="e01.png"/>
          <p:cNvPicPr>
            <a:picLocks noChangeAspect="1"/>
          </p:cNvPicPr>
          <p:nvPr/>
        </p:nvPicPr>
        <p:blipFill>
          <a:blip r:embed="rId5"/>
          <a:stretch>
            <a:fillRect/>
          </a:stretch>
        </p:blipFill>
        <p:spPr>
          <a:xfrm>
            <a:off x="4673600" y="2108200"/>
            <a:ext cx="7061200" cy="1543050"/>
          </a:xfrm>
          <a:prstGeom prst="rect">
            <a:avLst/>
          </a:prstGeom>
        </p:spPr>
      </p:pic>
      <p:pic>
        <p:nvPicPr>
          <p:cNvPr id="5" name="Picture 4" descr="e02.png"/>
          <p:cNvPicPr>
            <a:picLocks noChangeAspect="1"/>
          </p:cNvPicPr>
          <p:nvPr/>
        </p:nvPicPr>
        <p:blipFill>
          <a:blip r:embed="rId6"/>
          <a:stretch>
            <a:fillRect/>
          </a:stretch>
        </p:blipFill>
        <p:spPr>
          <a:xfrm>
            <a:off x="4673600" y="3454400"/>
            <a:ext cx="7061200" cy="1231900"/>
          </a:xfrm>
          <a:prstGeom prst="rect">
            <a:avLst/>
          </a:prstGeom>
        </p:spPr>
      </p:pic>
      <p:pic>
        <p:nvPicPr>
          <p:cNvPr id="6" name="Picture 5" descr="e03.png"/>
          <p:cNvPicPr>
            <a:picLocks noChangeAspect="1"/>
          </p:cNvPicPr>
          <p:nvPr/>
        </p:nvPicPr>
        <p:blipFill>
          <a:blip r:embed="rId7"/>
          <a:stretch>
            <a:fillRect/>
          </a:stretch>
        </p:blipFill>
        <p:spPr>
          <a:xfrm>
            <a:off x="4673600" y="4489450"/>
            <a:ext cx="7061200" cy="18986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Motion origin="layout" path="M 0 0.01481 L 0 0 E" pathEditMode="relative" ptsTypes="AA">
                                      <p:cBhvr additive="base">
                                        <p:cTn id="8" dur="500" decel="100000" fill="hold"/>
                                        <p:tgtEl>
                                          <p:spTgt spid="3"/>
                                        </p:tgtEl>
                                        <p:attrNameLst>
                                          <p:attrName>ppt_x</p:attrName>
                                          <p:attrName>ppt_y</p:attrName>
                                        </p:attrNameLst>
                                      </p:cBhvr>
                                    </p:animMotion>
                                  </p:childTnLst>
                                </p:cTn>
                              </p:par>
                              <p:par>
                                <p:cTn id="9" presetID="10" presetClass="entr" presetSubtype="0" fill="hold" nodeType="withEffect">
                                  <p:stCondLst>
                                    <p:cond delay="1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decel="100000"/>
                                        <p:tgtEl>
                                          <p:spTgt spid="4"/>
                                        </p:tgtEl>
                                      </p:cBhvr>
                                    </p:animEffect>
                                    <p:animMotion origin="layout" path="M 0 0.01481 L 0 0 E" pathEditMode="relative" ptsTypes="AA">
                                      <p:cBhvr additive="base">
                                        <p:cTn id="12" dur="500" decel="100000" fill="hold"/>
                                        <p:tgtEl>
                                          <p:spTgt spid="4"/>
                                        </p:tgtEl>
                                        <p:attrNameLst>
                                          <p:attrName>ppt_x</p:attrName>
                                          <p:attrName>ppt_y</p:attrName>
                                        </p:attrNameLst>
                                      </p:cBhvr>
                                    </p:animMotion>
                                  </p:childTnLst>
                                </p:cTn>
                              </p:par>
                              <p:par>
                                <p:cTn id="13" presetID="10" presetClass="entr" presetSubtype="0" fill="hold" nodeType="withEffect">
                                  <p:stCondLst>
                                    <p:cond delay="3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decel="100000"/>
                                        <p:tgtEl>
                                          <p:spTgt spid="5"/>
                                        </p:tgtEl>
                                      </p:cBhvr>
                                    </p:animEffect>
                                    <p:animMotion origin="layout" path="M 0 0.01481 L 0 0 E" pathEditMode="relative" ptsTypes="AA">
                                      <p:cBhvr additive="base">
                                        <p:cTn id="16" dur="500" decel="100000" fill="hold"/>
                                        <p:tgtEl>
                                          <p:spTgt spid="5"/>
                                        </p:tgtEl>
                                        <p:attrNameLst>
                                          <p:attrName>ppt_x</p:attrName>
                                          <p:attrName>ppt_y</p:attrName>
                                        </p:attrNameLst>
                                      </p:cBhvr>
                                    </p:animMotion>
                                  </p:childTnLst>
                                </p:cTn>
                              </p:par>
                              <p:par>
                                <p:cTn id="17" presetID="10" presetClass="entr" presetSubtype="0" fill="hold" nodeType="withEffect">
                                  <p:stCondLst>
                                    <p:cond delay="4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decel="100000"/>
                                        <p:tgtEl>
                                          <p:spTgt spid="6"/>
                                        </p:tgtEl>
                                      </p:cBhvr>
                                    </p:animEffect>
                                    <p:animMotion origin="layout" path="M 0 0.01481 L 0 0 E" pathEditMode="relative" ptsTypes="AA">
                                      <p:cBhvr additive="base">
                                        <p:cTn id="20" dur="500" decel="100000" fill="hold"/>
                                        <p:tgtEl>
                                          <p:spTgt spid="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2000" cy="6858000"/>
          </a:xfrm>
          <a:prstGeom prst="rect">
            <a:avLst/>
          </a:prstGeom>
        </p:spPr>
      </p:pic>
      <p:pic>
        <p:nvPicPr>
          <p:cNvPr id="3" name="Picture 2" descr="e00.png"/>
          <p:cNvPicPr>
            <a:picLocks noChangeAspect="1"/>
          </p:cNvPicPr>
          <p:nvPr/>
        </p:nvPicPr>
        <p:blipFill>
          <a:blip r:embed="rId4"/>
          <a:stretch>
            <a:fillRect/>
          </a:stretch>
        </p:blipFill>
        <p:spPr>
          <a:xfrm>
            <a:off x="508000" y="1752600"/>
            <a:ext cx="3822700" cy="4051300"/>
          </a:xfrm>
          <a:prstGeom prst="rect">
            <a:avLst/>
          </a:prstGeom>
        </p:spPr>
      </p:pic>
      <p:pic>
        <p:nvPicPr>
          <p:cNvPr id="4" name="Picture 3" descr="e01.png"/>
          <p:cNvPicPr>
            <a:picLocks noChangeAspect="1"/>
          </p:cNvPicPr>
          <p:nvPr/>
        </p:nvPicPr>
        <p:blipFill>
          <a:blip r:embed="rId5"/>
          <a:stretch>
            <a:fillRect/>
          </a:stretch>
        </p:blipFill>
        <p:spPr>
          <a:xfrm>
            <a:off x="4210050" y="1752600"/>
            <a:ext cx="3822700" cy="4051300"/>
          </a:xfrm>
          <a:prstGeom prst="rect">
            <a:avLst/>
          </a:prstGeom>
        </p:spPr>
      </p:pic>
      <p:pic>
        <p:nvPicPr>
          <p:cNvPr id="5" name="Picture 4" descr="e02.png"/>
          <p:cNvPicPr>
            <a:picLocks noChangeAspect="1"/>
          </p:cNvPicPr>
          <p:nvPr/>
        </p:nvPicPr>
        <p:blipFill>
          <a:blip r:embed="rId6"/>
          <a:stretch>
            <a:fillRect/>
          </a:stretch>
        </p:blipFill>
        <p:spPr>
          <a:xfrm>
            <a:off x="7905750" y="1752600"/>
            <a:ext cx="3822700" cy="4051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Motion origin="layout" path="M 0 0.01481 L 0 0 E" pathEditMode="relative" ptsTypes="AA">
                                      <p:cBhvr additive="base">
                                        <p:cTn id="8" dur="500" decel="100000" fill="hold"/>
                                        <p:tgtEl>
                                          <p:spTgt spid="3"/>
                                        </p:tgtEl>
                                        <p:attrNameLst>
                                          <p:attrName>ppt_x</p:attrName>
                                          <p:attrName>ppt_y</p:attrName>
                                        </p:attrNameLst>
                                      </p:cBhvr>
                                    </p:animMotion>
                                  </p:childTnLst>
                                </p:cTn>
                              </p:par>
                              <p:par>
                                <p:cTn id="9" presetID="10" presetClass="entr" presetSubtype="0" fill="hold" nodeType="withEffect">
                                  <p:stCondLst>
                                    <p:cond delay="1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decel="100000"/>
                                        <p:tgtEl>
                                          <p:spTgt spid="4"/>
                                        </p:tgtEl>
                                      </p:cBhvr>
                                    </p:animEffect>
                                    <p:animMotion origin="layout" path="M 0 0.01481 L 0 0 E" pathEditMode="relative" ptsTypes="AA">
                                      <p:cBhvr additive="base">
                                        <p:cTn id="12" dur="500" decel="100000" fill="hold"/>
                                        <p:tgtEl>
                                          <p:spTgt spid="4"/>
                                        </p:tgtEl>
                                        <p:attrNameLst>
                                          <p:attrName>ppt_x</p:attrName>
                                          <p:attrName>ppt_y</p:attrName>
                                        </p:attrNameLst>
                                      </p:cBhvr>
                                    </p:animMotion>
                                  </p:childTnLst>
                                </p:cTn>
                              </p:par>
                              <p:par>
                                <p:cTn id="13" presetID="10" presetClass="entr" presetSubtype="0" fill="hold" nodeType="withEffect">
                                  <p:stCondLst>
                                    <p:cond delay="3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decel="100000"/>
                                        <p:tgtEl>
                                          <p:spTgt spid="5"/>
                                        </p:tgtEl>
                                      </p:cBhvr>
                                    </p:animEffect>
                                    <p:animMotion origin="layout" path="M 0 0.01481 L 0 0 E" pathEditMode="relative" ptsTypes="AA">
                                      <p:cBhvr additive="base">
                                        <p:cTn id="16" dur="500" decel="100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2000" cy="6858000"/>
          </a:xfrm>
          <a:prstGeom prst="rect">
            <a:avLst/>
          </a:prstGeom>
        </p:spPr>
      </p:pic>
      <p:pic>
        <p:nvPicPr>
          <p:cNvPr id="3" name="Picture 2" descr="e00.png"/>
          <p:cNvPicPr>
            <a:picLocks noChangeAspect="1"/>
          </p:cNvPicPr>
          <p:nvPr/>
        </p:nvPicPr>
        <p:blipFill>
          <a:blip r:embed="rId4"/>
          <a:stretch>
            <a:fillRect/>
          </a:stretch>
        </p:blipFill>
        <p:spPr>
          <a:xfrm>
            <a:off x="508000" y="1625600"/>
            <a:ext cx="3822700" cy="4368800"/>
          </a:xfrm>
          <a:prstGeom prst="rect">
            <a:avLst/>
          </a:prstGeom>
        </p:spPr>
      </p:pic>
      <p:pic>
        <p:nvPicPr>
          <p:cNvPr id="4" name="Picture 3" descr="e01.png"/>
          <p:cNvPicPr>
            <a:picLocks noChangeAspect="1"/>
          </p:cNvPicPr>
          <p:nvPr/>
        </p:nvPicPr>
        <p:blipFill>
          <a:blip r:embed="rId5"/>
          <a:stretch>
            <a:fillRect/>
          </a:stretch>
        </p:blipFill>
        <p:spPr>
          <a:xfrm>
            <a:off x="4210050" y="1625600"/>
            <a:ext cx="3822700" cy="4368800"/>
          </a:xfrm>
          <a:prstGeom prst="rect">
            <a:avLst/>
          </a:prstGeom>
        </p:spPr>
      </p:pic>
      <p:pic>
        <p:nvPicPr>
          <p:cNvPr id="5" name="Picture 4" descr="e02.png"/>
          <p:cNvPicPr>
            <a:picLocks noChangeAspect="1"/>
          </p:cNvPicPr>
          <p:nvPr/>
        </p:nvPicPr>
        <p:blipFill>
          <a:blip r:embed="rId6"/>
          <a:stretch>
            <a:fillRect/>
          </a:stretch>
        </p:blipFill>
        <p:spPr>
          <a:xfrm>
            <a:off x="7905750" y="1625600"/>
            <a:ext cx="3822700" cy="436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Motion origin="layout" path="M 0 0.01481 L 0 0 E" pathEditMode="relative" ptsTypes="AA">
                                      <p:cBhvr additive="base">
                                        <p:cTn id="8" dur="500" decel="100000" fill="hold"/>
                                        <p:tgtEl>
                                          <p:spTgt spid="3"/>
                                        </p:tgtEl>
                                        <p:attrNameLst>
                                          <p:attrName>ppt_x</p:attrName>
                                          <p:attrName>ppt_y</p:attrName>
                                        </p:attrNameLst>
                                      </p:cBhvr>
                                    </p:animMotion>
                                  </p:childTnLst>
                                </p:cTn>
                              </p:par>
                              <p:par>
                                <p:cTn id="9" presetID="10" presetClass="entr" presetSubtype="0" fill="hold" nodeType="withEffect">
                                  <p:stCondLst>
                                    <p:cond delay="1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decel="100000"/>
                                        <p:tgtEl>
                                          <p:spTgt spid="4"/>
                                        </p:tgtEl>
                                      </p:cBhvr>
                                    </p:animEffect>
                                    <p:animMotion origin="layout" path="M 0 0.01481 L 0 0 E" pathEditMode="relative" ptsTypes="AA">
                                      <p:cBhvr additive="base">
                                        <p:cTn id="12" dur="500" decel="100000" fill="hold"/>
                                        <p:tgtEl>
                                          <p:spTgt spid="4"/>
                                        </p:tgtEl>
                                        <p:attrNameLst>
                                          <p:attrName>ppt_x</p:attrName>
                                          <p:attrName>ppt_y</p:attrName>
                                        </p:attrNameLst>
                                      </p:cBhvr>
                                    </p:animMotion>
                                  </p:childTnLst>
                                </p:cTn>
                              </p:par>
                              <p:par>
                                <p:cTn id="13" presetID="10" presetClass="entr" presetSubtype="0" fill="hold" nodeType="withEffect">
                                  <p:stCondLst>
                                    <p:cond delay="3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decel="100000"/>
                                        <p:tgtEl>
                                          <p:spTgt spid="5"/>
                                        </p:tgtEl>
                                      </p:cBhvr>
                                    </p:animEffect>
                                    <p:animMotion origin="layout" path="M 0 0.01481 L 0 0 E" pathEditMode="relative" ptsTypes="AA">
                                      <p:cBhvr additive="base">
                                        <p:cTn id="16" dur="500" decel="100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2000" cy="6858000"/>
          </a:xfrm>
          <a:prstGeom prst="rect">
            <a:avLst/>
          </a:prstGeom>
        </p:spPr>
      </p:pic>
      <p:pic>
        <p:nvPicPr>
          <p:cNvPr id="3" name="Picture 2" descr="e00.png"/>
          <p:cNvPicPr>
            <a:picLocks noChangeAspect="1"/>
          </p:cNvPicPr>
          <p:nvPr/>
        </p:nvPicPr>
        <p:blipFill>
          <a:blip r:embed="rId4"/>
          <a:stretch>
            <a:fillRect/>
          </a:stretch>
        </p:blipFill>
        <p:spPr>
          <a:xfrm>
            <a:off x="1524000" y="1562100"/>
            <a:ext cx="6400800" cy="1016000"/>
          </a:xfrm>
          <a:prstGeom prst="rect">
            <a:avLst/>
          </a:prstGeom>
        </p:spPr>
      </p:pic>
      <p:pic>
        <p:nvPicPr>
          <p:cNvPr id="4" name="Picture 3" descr="e01.png"/>
          <p:cNvPicPr>
            <a:picLocks noChangeAspect="1"/>
          </p:cNvPicPr>
          <p:nvPr/>
        </p:nvPicPr>
        <p:blipFill>
          <a:blip r:embed="rId5"/>
          <a:stretch>
            <a:fillRect/>
          </a:stretch>
        </p:blipFill>
        <p:spPr>
          <a:xfrm>
            <a:off x="508000" y="3403600"/>
            <a:ext cx="2603500" cy="1466850"/>
          </a:xfrm>
          <a:prstGeom prst="rect">
            <a:avLst/>
          </a:prstGeom>
        </p:spPr>
      </p:pic>
      <p:pic>
        <p:nvPicPr>
          <p:cNvPr id="5" name="Picture 4" descr="e02.png"/>
          <p:cNvPicPr>
            <a:picLocks noChangeAspect="1"/>
          </p:cNvPicPr>
          <p:nvPr/>
        </p:nvPicPr>
        <p:blipFill>
          <a:blip r:embed="rId6"/>
          <a:stretch>
            <a:fillRect/>
          </a:stretch>
        </p:blipFill>
        <p:spPr>
          <a:xfrm>
            <a:off x="2914650" y="3403600"/>
            <a:ext cx="2603500" cy="1466850"/>
          </a:xfrm>
          <a:prstGeom prst="rect">
            <a:avLst/>
          </a:prstGeom>
        </p:spPr>
      </p:pic>
      <p:pic>
        <p:nvPicPr>
          <p:cNvPr id="6" name="Picture 5" descr="e03.png"/>
          <p:cNvPicPr>
            <a:picLocks noChangeAspect="1"/>
          </p:cNvPicPr>
          <p:nvPr/>
        </p:nvPicPr>
        <p:blipFill>
          <a:blip r:embed="rId7"/>
          <a:stretch>
            <a:fillRect/>
          </a:stretch>
        </p:blipFill>
        <p:spPr>
          <a:xfrm>
            <a:off x="5314950" y="3403600"/>
            <a:ext cx="2603500" cy="1466850"/>
          </a:xfrm>
          <a:prstGeom prst="rect">
            <a:avLst/>
          </a:prstGeom>
        </p:spPr>
      </p:pic>
      <p:pic>
        <p:nvPicPr>
          <p:cNvPr id="7" name="Picture 6" descr="e04.png"/>
          <p:cNvPicPr>
            <a:picLocks noChangeAspect="1"/>
          </p:cNvPicPr>
          <p:nvPr/>
        </p:nvPicPr>
        <p:blipFill>
          <a:blip r:embed="rId8"/>
          <a:stretch>
            <a:fillRect/>
          </a:stretch>
        </p:blipFill>
        <p:spPr>
          <a:xfrm>
            <a:off x="7874000" y="1562100"/>
            <a:ext cx="3860800" cy="3644900"/>
          </a:xfrm>
          <a:prstGeom prst="rect">
            <a:avLst/>
          </a:prstGeom>
        </p:spPr>
      </p:pic>
      <p:pic>
        <p:nvPicPr>
          <p:cNvPr id="8" name="Picture 7" descr="e05.png"/>
          <p:cNvPicPr>
            <a:picLocks noChangeAspect="1"/>
          </p:cNvPicPr>
          <p:nvPr/>
        </p:nvPicPr>
        <p:blipFill>
          <a:blip r:embed="rId9"/>
          <a:stretch>
            <a:fillRect/>
          </a:stretch>
        </p:blipFill>
        <p:spPr>
          <a:xfrm>
            <a:off x="508000" y="5118100"/>
            <a:ext cx="11226800" cy="1143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600" decel="100000"/>
                                        <p:tgtEl>
                                          <p:spTgt spid="3"/>
                                        </p:tgtEl>
                                      </p:cBhvr>
                                    </p:animEffect>
                                  </p:childTnLst>
                                </p:cTn>
                              </p:par>
                              <p:par>
                                <p:cTn id="8" presetID="10" presetClass="entr" presetSubtype="0" fill="hold" nodeType="withEffect">
                                  <p:stCondLst>
                                    <p:cond delay="2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decel="100000"/>
                                        <p:tgtEl>
                                          <p:spTgt spid="7"/>
                                        </p:tgtEl>
                                      </p:cBhvr>
                                    </p:animEffect>
                                    <p:animMotion origin="layout" path="M 0 0.01481 L 0 0 E" pathEditMode="relative" ptsTypes="AA">
                                      <p:cBhvr additive="base">
                                        <p:cTn id="11" dur="500" decel="100000" fill="hold"/>
                                        <p:tgtEl>
                                          <p:spTgt spid="7"/>
                                        </p:tgtEl>
                                        <p:attrNameLst>
                                          <p:attrName>ppt_x</p:attrName>
                                          <p:attrName>ppt_y</p:attrName>
                                        </p:attrNameLst>
                                      </p:cBhvr>
                                    </p:animMotion>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decel="100000"/>
                                        <p:tgtEl>
                                          <p:spTgt spid="4"/>
                                        </p:tgtEl>
                                      </p:cBhvr>
                                    </p:animEffect>
                                    <p:animMotion origin="layout" path="M 0 0.01481 L 0 0 E" pathEditMode="relative" ptsTypes="AA">
                                      <p:cBhvr additive="base">
                                        <p:cTn id="15" dur="500" decel="100000" fill="hold"/>
                                        <p:tgtEl>
                                          <p:spTgt spid="4"/>
                                        </p:tgtEl>
                                        <p:attrNameLst>
                                          <p:attrName>ppt_x</p:attrName>
                                          <p:attrName>ppt_y</p:attrName>
                                        </p:attrNameLst>
                                      </p:cBhvr>
                                    </p:animMotion>
                                  </p:childTnLst>
                                </p:cTn>
                              </p:par>
                              <p:par>
                                <p:cTn id="16" presetID="10" presetClass="entr" presetSubtype="0" fill="hold" nodeType="withEffect">
                                  <p:stCondLst>
                                    <p:cond delay="42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decel="100000"/>
                                        <p:tgtEl>
                                          <p:spTgt spid="5"/>
                                        </p:tgtEl>
                                      </p:cBhvr>
                                    </p:animEffect>
                                    <p:animMotion origin="layout" path="M 0 0.01481 L 0 0 E" pathEditMode="relative" ptsTypes="AA">
                                      <p:cBhvr additive="base">
                                        <p:cTn id="19" dur="500" decel="100000" fill="hold"/>
                                        <p:tgtEl>
                                          <p:spTgt spid="5"/>
                                        </p:tgtEl>
                                        <p:attrNameLst>
                                          <p:attrName>ppt_x</p:attrName>
                                          <p:attrName>ppt_y</p:attrName>
                                        </p:attrNameLst>
                                      </p:cBhvr>
                                    </p:animMotion>
                                  </p:childTnLst>
                                </p:cTn>
                              </p:par>
                              <p:par>
                                <p:cTn id="20" presetID="10" presetClass="entr" presetSubtype="0" fill="hold" nodeType="withEffect">
                                  <p:stCondLst>
                                    <p:cond delay="5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decel="100000"/>
                                        <p:tgtEl>
                                          <p:spTgt spid="6"/>
                                        </p:tgtEl>
                                      </p:cBhvr>
                                    </p:animEffect>
                                    <p:animMotion origin="layout" path="M 0 0.01481 L 0 0 E" pathEditMode="relative" ptsTypes="AA">
                                      <p:cBhvr additive="base">
                                        <p:cTn id="23" dur="500" decel="100000" fill="hold"/>
                                        <p:tgtEl>
                                          <p:spTgt spid="6"/>
                                        </p:tgtEl>
                                        <p:attrNameLst>
                                          <p:attrName>ppt_x</p:attrName>
                                          <p:attrName>ppt_y</p:attrName>
                                        </p:attrNameLst>
                                      </p:cBhvr>
                                    </p:animMotion>
                                  </p:childTnLst>
                                </p:cTn>
                              </p:par>
                              <p:par>
                                <p:cTn id="24" presetID="10" presetClass="entr" presetSubtype="0" fill="hold" nodeType="withEffect">
                                  <p:stCondLst>
                                    <p:cond delay="65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decel="100000"/>
                                        <p:tgtEl>
                                          <p:spTgt spid="8"/>
                                        </p:tgtEl>
                                      </p:cBhvr>
                                    </p:animEffect>
                                    <p:animMotion origin="layout" path="M 0 0.01481 L 0 0 E" pathEditMode="relative" ptsTypes="AA">
                                      <p:cBhvr additive="base">
                                        <p:cTn id="27" dur="500" decel="100000" fill="hold"/>
                                        <p:tgtEl>
                                          <p:spTgt spid="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2000" cy="6858000"/>
          </a:xfrm>
          <a:prstGeom prst="rect">
            <a:avLst/>
          </a:prstGeom>
        </p:spPr>
      </p:pic>
      <p:pic>
        <p:nvPicPr>
          <p:cNvPr id="3" name="Picture 2" descr="e00.png"/>
          <p:cNvPicPr>
            <a:picLocks noChangeAspect="1"/>
          </p:cNvPicPr>
          <p:nvPr/>
        </p:nvPicPr>
        <p:blipFill>
          <a:blip r:embed="rId4"/>
          <a:stretch>
            <a:fillRect/>
          </a:stretch>
        </p:blipFill>
        <p:spPr>
          <a:xfrm>
            <a:off x="508000" y="2133600"/>
            <a:ext cx="11226800" cy="37782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Motion origin="layout" path="M 0 0.01481 L 0 0 E" pathEditMode="relative" ptsTypes="AA">
                                      <p:cBhvr additive="base">
                                        <p:cTn id="8" dur="500" decel="1000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2000" cy="6858000"/>
          </a:xfrm>
          <a:prstGeom prst="rect">
            <a:avLst/>
          </a:prstGeom>
        </p:spPr>
      </p:pic>
      <p:pic>
        <p:nvPicPr>
          <p:cNvPr id="3" name="Picture 2" descr="e00.png"/>
          <p:cNvPicPr>
            <a:picLocks noChangeAspect="1"/>
          </p:cNvPicPr>
          <p:nvPr/>
        </p:nvPicPr>
        <p:blipFill>
          <a:blip r:embed="rId4"/>
          <a:stretch>
            <a:fillRect/>
          </a:stretch>
        </p:blipFill>
        <p:spPr>
          <a:xfrm>
            <a:off x="508000" y="1689100"/>
            <a:ext cx="4368800" cy="3270250"/>
          </a:xfrm>
          <a:prstGeom prst="rect">
            <a:avLst/>
          </a:prstGeom>
        </p:spPr>
      </p:pic>
      <p:pic>
        <p:nvPicPr>
          <p:cNvPr id="4" name="Picture 3" descr="e01.png"/>
          <p:cNvPicPr>
            <a:picLocks noChangeAspect="1"/>
          </p:cNvPicPr>
          <p:nvPr/>
        </p:nvPicPr>
        <p:blipFill>
          <a:blip r:embed="rId5"/>
          <a:stretch>
            <a:fillRect/>
          </a:stretch>
        </p:blipFill>
        <p:spPr>
          <a:xfrm>
            <a:off x="508000" y="4800600"/>
            <a:ext cx="4368800" cy="1143000"/>
          </a:xfrm>
          <a:prstGeom prst="rect">
            <a:avLst/>
          </a:prstGeom>
        </p:spPr>
      </p:pic>
      <p:pic>
        <p:nvPicPr>
          <p:cNvPr id="5" name="Picture 4" descr="e02.png"/>
          <p:cNvPicPr>
            <a:picLocks noChangeAspect="1"/>
          </p:cNvPicPr>
          <p:nvPr/>
        </p:nvPicPr>
        <p:blipFill>
          <a:blip r:embed="rId6"/>
          <a:stretch>
            <a:fillRect/>
          </a:stretch>
        </p:blipFill>
        <p:spPr>
          <a:xfrm>
            <a:off x="4927600" y="1689100"/>
            <a:ext cx="6807200" cy="2501900"/>
          </a:xfrm>
          <a:prstGeom prst="rect">
            <a:avLst/>
          </a:prstGeom>
        </p:spPr>
      </p:pic>
      <p:pic>
        <p:nvPicPr>
          <p:cNvPr id="6" name="Picture 5" descr="e03.png"/>
          <p:cNvPicPr>
            <a:picLocks noChangeAspect="1"/>
          </p:cNvPicPr>
          <p:nvPr/>
        </p:nvPicPr>
        <p:blipFill>
          <a:blip r:embed="rId7"/>
          <a:stretch>
            <a:fillRect/>
          </a:stretch>
        </p:blipFill>
        <p:spPr>
          <a:xfrm>
            <a:off x="4927600" y="4057650"/>
            <a:ext cx="6807200" cy="1974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Motion origin="layout" path="M 0 0.01481 L 0 0 E" pathEditMode="relative" ptsTypes="AA">
                                      <p:cBhvr additive="base">
                                        <p:cTn id="8" dur="500" decel="100000" fill="hold"/>
                                        <p:tgtEl>
                                          <p:spTgt spid="3"/>
                                        </p:tgtEl>
                                        <p:attrNameLst>
                                          <p:attrName>ppt_x</p:attrName>
                                          <p:attrName>ppt_y</p:attrName>
                                        </p:attrNameLst>
                                      </p:cBhvr>
                                    </p:animMotion>
                                  </p:childTnLst>
                                </p:cTn>
                              </p:par>
                              <p:par>
                                <p:cTn id="9" presetID="10" presetClass="entr" presetSubtype="0" fill="hold" nodeType="withEffect">
                                  <p:stCondLst>
                                    <p:cond delay="2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decel="100000"/>
                                        <p:tgtEl>
                                          <p:spTgt spid="4"/>
                                        </p:tgtEl>
                                      </p:cBhvr>
                                    </p:animEffect>
                                    <p:animMotion origin="layout" path="M 0 0.01481 L 0 0 E" pathEditMode="relative" ptsTypes="AA">
                                      <p:cBhvr additive="base">
                                        <p:cTn id="12" dur="500" decel="100000" fill="hold"/>
                                        <p:tgtEl>
                                          <p:spTgt spid="4"/>
                                        </p:tgtEl>
                                        <p:attrNameLst>
                                          <p:attrName>ppt_x</p:attrName>
                                          <p:attrName>ppt_y</p:attrName>
                                        </p:attrNameLst>
                                      </p:cBhvr>
                                    </p:animMotion>
                                  </p:childTnLst>
                                </p:cTn>
                              </p:par>
                              <p:par>
                                <p:cTn id="13" presetID="10" presetClass="entr" presetSubtype="0" fill="hold" nodeType="with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decel="100000"/>
                                        <p:tgtEl>
                                          <p:spTgt spid="5"/>
                                        </p:tgtEl>
                                      </p:cBhvr>
                                    </p:animEffect>
                                    <p:animMotion origin="layout" path="M 0 0.01481 L 0 0 E" pathEditMode="relative" ptsTypes="AA">
                                      <p:cBhvr additive="base">
                                        <p:cTn id="16" dur="500" decel="100000" fill="hold"/>
                                        <p:tgtEl>
                                          <p:spTgt spid="5"/>
                                        </p:tgtEl>
                                        <p:attrNameLst>
                                          <p:attrName>ppt_x</p:attrName>
                                          <p:attrName>ppt_y</p:attrName>
                                        </p:attrNameLst>
                                      </p:cBhvr>
                                    </p:animMotion>
                                  </p:childTnLst>
                                </p:cTn>
                              </p:par>
                              <p:par>
                                <p:cTn id="17" presetID="10" presetClass="entr" presetSubtype="0" fill="hold" nodeType="withEffect">
                                  <p:stCondLst>
                                    <p:cond delay="3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decel="100000"/>
                                        <p:tgtEl>
                                          <p:spTgt spid="6"/>
                                        </p:tgtEl>
                                      </p:cBhvr>
                                    </p:animEffect>
                                    <p:animMotion origin="layout" path="M 0 0.01481 L 0 0 E" pathEditMode="relative" ptsTypes="AA">
                                      <p:cBhvr additive="base">
                                        <p:cTn id="20" dur="500" decel="100000" fill="hold"/>
                                        <p:tgtEl>
                                          <p:spTgt spid="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2000" cy="6858000"/>
          </a:xfrm>
          <a:prstGeom prst="rect">
            <a:avLst/>
          </a:prstGeom>
        </p:spPr>
      </p:pic>
      <p:pic>
        <p:nvPicPr>
          <p:cNvPr id="3" name="Picture 2" descr="e00.png"/>
          <p:cNvPicPr>
            <a:picLocks noChangeAspect="1"/>
          </p:cNvPicPr>
          <p:nvPr/>
        </p:nvPicPr>
        <p:blipFill>
          <a:blip r:embed="rId4"/>
          <a:stretch>
            <a:fillRect/>
          </a:stretch>
        </p:blipFill>
        <p:spPr>
          <a:xfrm>
            <a:off x="508000" y="1689100"/>
            <a:ext cx="7035800" cy="2895600"/>
          </a:xfrm>
          <a:prstGeom prst="rect">
            <a:avLst/>
          </a:prstGeom>
        </p:spPr>
      </p:pic>
      <p:pic>
        <p:nvPicPr>
          <p:cNvPr id="4" name="Picture 3" descr="e01.png"/>
          <p:cNvPicPr>
            <a:picLocks noChangeAspect="1"/>
          </p:cNvPicPr>
          <p:nvPr/>
        </p:nvPicPr>
        <p:blipFill>
          <a:blip r:embed="rId5"/>
          <a:stretch>
            <a:fillRect/>
          </a:stretch>
        </p:blipFill>
        <p:spPr>
          <a:xfrm>
            <a:off x="508000" y="4699000"/>
            <a:ext cx="7035800" cy="1155700"/>
          </a:xfrm>
          <a:prstGeom prst="rect">
            <a:avLst/>
          </a:prstGeom>
        </p:spPr>
      </p:pic>
      <p:pic>
        <p:nvPicPr>
          <p:cNvPr id="5" name="Picture 4" descr="e02.png"/>
          <p:cNvPicPr>
            <a:picLocks noChangeAspect="1"/>
          </p:cNvPicPr>
          <p:nvPr/>
        </p:nvPicPr>
        <p:blipFill>
          <a:blip r:embed="rId6"/>
          <a:stretch>
            <a:fillRect/>
          </a:stretch>
        </p:blipFill>
        <p:spPr>
          <a:xfrm>
            <a:off x="7594600" y="1778000"/>
            <a:ext cx="4140200" cy="436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Motion origin="layout" path="M 0 0.01481 L 0 0 E" pathEditMode="relative" ptsTypes="AA">
                                      <p:cBhvr additive="base">
                                        <p:cTn id="8" dur="500" decel="100000" fill="hold"/>
                                        <p:tgtEl>
                                          <p:spTgt spid="3"/>
                                        </p:tgtEl>
                                        <p:attrNameLst>
                                          <p:attrName>ppt_x</p:attrName>
                                          <p:attrName>ppt_y</p:attrName>
                                        </p:attrNameLst>
                                      </p:cBhvr>
                                    </p:animMotion>
                                  </p:childTnLst>
                                </p:cTn>
                              </p:par>
                              <p:par>
                                <p:cTn id="9" presetID="10" presetClass="entr" presetSubtype="0" fill="hold" nodeType="withEffect">
                                  <p:stCondLst>
                                    <p:cond delay="1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decel="100000"/>
                                        <p:tgtEl>
                                          <p:spTgt spid="5"/>
                                        </p:tgtEl>
                                      </p:cBhvr>
                                    </p:animEffect>
                                    <p:animMotion origin="layout" path="M 0 0.01481 L 0 0 E" pathEditMode="relative" ptsTypes="AA">
                                      <p:cBhvr additive="base">
                                        <p:cTn id="12" dur="500" decel="100000" fill="hold"/>
                                        <p:tgtEl>
                                          <p:spTgt spid="5"/>
                                        </p:tgtEl>
                                        <p:attrNameLst>
                                          <p:attrName>ppt_x</p:attrName>
                                          <p:attrName>ppt_y</p:attrName>
                                        </p:attrNameLst>
                                      </p:cBhvr>
                                    </p:animMotion>
                                  </p:childTnLst>
                                </p:cTn>
                              </p:par>
                              <p:par>
                                <p:cTn id="13" presetID="10" presetClass="entr" presetSubtype="0" fill="hold" nodeType="withEffect">
                                  <p:stCondLst>
                                    <p:cond delay="2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decel="100000"/>
                                        <p:tgtEl>
                                          <p:spTgt spid="4"/>
                                        </p:tgtEl>
                                      </p:cBhvr>
                                    </p:animEffect>
                                    <p:animMotion origin="layout" path="M 0 0.01481 L 0 0 E" pathEditMode="relative" ptsTypes="AA">
                                      <p:cBhvr additive="base">
                                        <p:cTn id="16" dur="500" decel="100000" fill="hold"/>
                                        <p:tgtEl>
                                          <p:spTgt spid="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2000" cy="6858000"/>
          </a:xfrm>
          <a:prstGeom prst="rect">
            <a:avLst/>
          </a:prstGeom>
        </p:spPr>
      </p:pic>
      <p:pic>
        <p:nvPicPr>
          <p:cNvPr id="3" name="Picture 2" descr="e00.png"/>
          <p:cNvPicPr>
            <a:picLocks noChangeAspect="1"/>
          </p:cNvPicPr>
          <p:nvPr/>
        </p:nvPicPr>
        <p:blipFill>
          <a:blip r:embed="rId4"/>
          <a:stretch>
            <a:fillRect/>
          </a:stretch>
        </p:blipFill>
        <p:spPr>
          <a:xfrm>
            <a:off x="508000" y="1625600"/>
            <a:ext cx="3841750" cy="3416300"/>
          </a:xfrm>
          <a:prstGeom prst="rect">
            <a:avLst/>
          </a:prstGeom>
        </p:spPr>
      </p:pic>
      <p:pic>
        <p:nvPicPr>
          <p:cNvPr id="4" name="Picture 3" descr="e01.png"/>
          <p:cNvPicPr>
            <a:picLocks noChangeAspect="1"/>
          </p:cNvPicPr>
          <p:nvPr/>
        </p:nvPicPr>
        <p:blipFill>
          <a:blip r:embed="rId5"/>
          <a:stretch>
            <a:fillRect/>
          </a:stretch>
        </p:blipFill>
        <p:spPr>
          <a:xfrm>
            <a:off x="4197350" y="1625600"/>
            <a:ext cx="3841750" cy="3416300"/>
          </a:xfrm>
          <a:prstGeom prst="rect">
            <a:avLst/>
          </a:prstGeom>
        </p:spPr>
      </p:pic>
      <p:pic>
        <p:nvPicPr>
          <p:cNvPr id="5" name="Picture 4" descr="e02.png"/>
          <p:cNvPicPr>
            <a:picLocks noChangeAspect="1"/>
          </p:cNvPicPr>
          <p:nvPr/>
        </p:nvPicPr>
        <p:blipFill>
          <a:blip r:embed="rId6"/>
          <a:stretch>
            <a:fillRect/>
          </a:stretch>
        </p:blipFill>
        <p:spPr>
          <a:xfrm>
            <a:off x="7893050" y="1625600"/>
            <a:ext cx="3841750" cy="3416300"/>
          </a:xfrm>
          <a:prstGeom prst="rect">
            <a:avLst/>
          </a:prstGeom>
        </p:spPr>
      </p:pic>
      <p:pic>
        <p:nvPicPr>
          <p:cNvPr id="6" name="Picture 5" descr="e03.png"/>
          <p:cNvPicPr>
            <a:picLocks noChangeAspect="1"/>
          </p:cNvPicPr>
          <p:nvPr/>
        </p:nvPicPr>
        <p:blipFill>
          <a:blip r:embed="rId7"/>
          <a:stretch>
            <a:fillRect/>
          </a:stretch>
        </p:blipFill>
        <p:spPr>
          <a:xfrm>
            <a:off x="508000" y="4927600"/>
            <a:ext cx="11226800" cy="7556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Motion origin="layout" path="M 0 0.01481 L 0 0 E" pathEditMode="relative" ptsTypes="AA">
                                      <p:cBhvr additive="base">
                                        <p:cTn id="8" dur="500" decel="100000" fill="hold"/>
                                        <p:tgtEl>
                                          <p:spTgt spid="3"/>
                                        </p:tgtEl>
                                        <p:attrNameLst>
                                          <p:attrName>ppt_x</p:attrName>
                                          <p:attrName>ppt_y</p:attrName>
                                        </p:attrNameLst>
                                      </p:cBhvr>
                                    </p:animMotion>
                                  </p:childTnLst>
                                </p:cTn>
                              </p:par>
                              <p:par>
                                <p:cTn id="9" presetID="10" presetClass="entr" presetSubtype="0" fill="hold" nodeType="withEffect">
                                  <p:stCondLst>
                                    <p:cond delay="1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decel="100000"/>
                                        <p:tgtEl>
                                          <p:spTgt spid="4"/>
                                        </p:tgtEl>
                                      </p:cBhvr>
                                    </p:animEffect>
                                    <p:animMotion origin="layout" path="M 0 0.01481 L 0 0 E" pathEditMode="relative" ptsTypes="AA">
                                      <p:cBhvr additive="base">
                                        <p:cTn id="12" dur="500" decel="100000" fill="hold"/>
                                        <p:tgtEl>
                                          <p:spTgt spid="4"/>
                                        </p:tgtEl>
                                        <p:attrNameLst>
                                          <p:attrName>ppt_x</p:attrName>
                                          <p:attrName>ppt_y</p:attrName>
                                        </p:attrNameLst>
                                      </p:cBhvr>
                                    </p:animMotion>
                                  </p:childTnLst>
                                </p:cTn>
                              </p:par>
                              <p:par>
                                <p:cTn id="13" presetID="10" presetClass="entr" presetSubtype="0" fill="hold" nodeType="withEffect">
                                  <p:stCondLst>
                                    <p:cond delay="3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decel="100000"/>
                                        <p:tgtEl>
                                          <p:spTgt spid="5"/>
                                        </p:tgtEl>
                                      </p:cBhvr>
                                    </p:animEffect>
                                    <p:animMotion origin="layout" path="M 0 0.01481 L 0 0 E" pathEditMode="relative" ptsTypes="AA">
                                      <p:cBhvr additive="base">
                                        <p:cTn id="16" dur="500" decel="100000" fill="hold"/>
                                        <p:tgtEl>
                                          <p:spTgt spid="5"/>
                                        </p:tgtEl>
                                        <p:attrNameLst>
                                          <p:attrName>ppt_x</p:attrName>
                                          <p:attrName>ppt_y</p:attrName>
                                        </p:attrNameLst>
                                      </p:cBhvr>
                                    </p:animMotion>
                                  </p:childTnLst>
                                </p:cTn>
                              </p:par>
                              <p:par>
                                <p:cTn id="17" presetID="10" presetClass="entr" presetSubtype="0" fill="hold" nodeType="withEffect">
                                  <p:stCondLst>
                                    <p:cond delay="4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decel="100000"/>
                                        <p:tgtEl>
                                          <p:spTgt spid="6"/>
                                        </p:tgtEl>
                                      </p:cBhvr>
                                    </p:animEffect>
                                    <p:animMotion origin="layout" path="M 0 0.01481 L 0 0 E" pathEditMode="relative" ptsTypes="AA">
                                      <p:cBhvr additive="base">
                                        <p:cTn id="20" dur="500" decel="100000" fill="hold"/>
                                        <p:tgtEl>
                                          <p:spTgt spid="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2000" cy="6858000"/>
          </a:xfrm>
          <a:prstGeom prst="rect">
            <a:avLst/>
          </a:prstGeom>
        </p:spPr>
      </p:pic>
      <p:pic>
        <p:nvPicPr>
          <p:cNvPr id="3" name="Picture 2" descr="e00.png"/>
          <p:cNvPicPr>
            <a:picLocks noChangeAspect="1"/>
          </p:cNvPicPr>
          <p:nvPr/>
        </p:nvPicPr>
        <p:blipFill>
          <a:blip r:embed="rId4"/>
          <a:stretch>
            <a:fillRect/>
          </a:stretch>
        </p:blipFill>
        <p:spPr>
          <a:xfrm>
            <a:off x="508000" y="457200"/>
            <a:ext cx="4292600" cy="469900"/>
          </a:xfrm>
          <a:prstGeom prst="rect">
            <a:avLst/>
          </a:prstGeom>
        </p:spPr>
      </p:pic>
      <p:pic>
        <p:nvPicPr>
          <p:cNvPr id="4" name="Picture 3" descr="e01.png"/>
          <p:cNvPicPr>
            <a:picLocks noChangeAspect="1"/>
          </p:cNvPicPr>
          <p:nvPr/>
        </p:nvPicPr>
        <p:blipFill>
          <a:blip r:embed="rId5"/>
          <a:stretch>
            <a:fillRect/>
          </a:stretch>
        </p:blipFill>
        <p:spPr>
          <a:xfrm>
            <a:off x="508000" y="2095500"/>
            <a:ext cx="4292600" cy="2647950"/>
          </a:xfrm>
          <a:prstGeom prst="rect">
            <a:avLst/>
          </a:prstGeom>
        </p:spPr>
      </p:pic>
      <p:pic>
        <p:nvPicPr>
          <p:cNvPr id="5" name="Picture 4" descr="e02.png"/>
          <p:cNvPicPr>
            <a:picLocks noChangeAspect="1"/>
          </p:cNvPicPr>
          <p:nvPr/>
        </p:nvPicPr>
        <p:blipFill>
          <a:blip r:embed="rId6"/>
          <a:stretch>
            <a:fillRect/>
          </a:stretch>
        </p:blipFill>
        <p:spPr>
          <a:xfrm>
            <a:off x="508000" y="5918200"/>
            <a:ext cx="4292600" cy="533400"/>
          </a:xfrm>
          <a:prstGeom prst="rect">
            <a:avLst/>
          </a:prstGeom>
        </p:spPr>
      </p:pic>
      <p:pic>
        <p:nvPicPr>
          <p:cNvPr id="6" name="Picture 5" descr="e03.png"/>
          <p:cNvPicPr>
            <a:picLocks noChangeAspect="1"/>
          </p:cNvPicPr>
          <p:nvPr/>
        </p:nvPicPr>
        <p:blipFill>
          <a:blip r:embed="rId7"/>
          <a:stretch>
            <a:fillRect/>
          </a:stretch>
        </p:blipFill>
        <p:spPr>
          <a:xfrm>
            <a:off x="5613400" y="609600"/>
            <a:ext cx="6121400" cy="1295400"/>
          </a:xfrm>
          <a:prstGeom prst="rect">
            <a:avLst/>
          </a:prstGeom>
        </p:spPr>
      </p:pic>
      <p:pic>
        <p:nvPicPr>
          <p:cNvPr id="7" name="Picture 6" descr="e04.png"/>
          <p:cNvPicPr>
            <a:picLocks noChangeAspect="1"/>
          </p:cNvPicPr>
          <p:nvPr/>
        </p:nvPicPr>
        <p:blipFill>
          <a:blip r:embed="rId8"/>
          <a:stretch>
            <a:fillRect/>
          </a:stretch>
        </p:blipFill>
        <p:spPr>
          <a:xfrm>
            <a:off x="5613400" y="1778000"/>
            <a:ext cx="6121400" cy="1295400"/>
          </a:xfrm>
          <a:prstGeom prst="rect">
            <a:avLst/>
          </a:prstGeom>
        </p:spPr>
      </p:pic>
      <p:pic>
        <p:nvPicPr>
          <p:cNvPr id="8" name="Picture 7" descr="e05.png"/>
          <p:cNvPicPr>
            <a:picLocks noChangeAspect="1"/>
          </p:cNvPicPr>
          <p:nvPr/>
        </p:nvPicPr>
        <p:blipFill>
          <a:blip r:embed="rId9"/>
          <a:stretch>
            <a:fillRect/>
          </a:stretch>
        </p:blipFill>
        <p:spPr>
          <a:xfrm>
            <a:off x="5613400" y="2946400"/>
            <a:ext cx="6121400" cy="1295400"/>
          </a:xfrm>
          <a:prstGeom prst="rect">
            <a:avLst/>
          </a:prstGeom>
        </p:spPr>
      </p:pic>
      <p:pic>
        <p:nvPicPr>
          <p:cNvPr id="9" name="Picture 8" descr="e06.png"/>
          <p:cNvPicPr>
            <a:picLocks noChangeAspect="1"/>
          </p:cNvPicPr>
          <p:nvPr/>
        </p:nvPicPr>
        <p:blipFill>
          <a:blip r:embed="rId10"/>
          <a:stretch>
            <a:fillRect/>
          </a:stretch>
        </p:blipFill>
        <p:spPr>
          <a:xfrm>
            <a:off x="5613400" y="4114800"/>
            <a:ext cx="6121400" cy="1295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Motion origin="layout" path="M 0 0.01481 L 0 0 E" pathEditMode="relative" ptsTypes="AA">
                                      <p:cBhvr additive="base">
                                        <p:cTn id="8" dur="500" decel="100000" fill="hold"/>
                                        <p:tgtEl>
                                          <p:spTgt spid="3"/>
                                        </p:tgtEl>
                                        <p:attrNameLst>
                                          <p:attrName>ppt_x</p:attrName>
                                          <p:attrName>ppt_y</p:attrName>
                                        </p:attrNameLst>
                                      </p:cBhvr>
                                    </p:animMotion>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decel="100000"/>
                                        <p:tgtEl>
                                          <p:spTgt spid="6"/>
                                        </p:tgtEl>
                                      </p:cBhvr>
                                    </p:animEffect>
                                    <p:animMotion origin="layout" path="M 0 0.01481 L 0 0 E" pathEditMode="relative" ptsTypes="AA">
                                      <p:cBhvr additive="base">
                                        <p:cTn id="12" dur="500" decel="100000" fill="hold"/>
                                        <p:tgtEl>
                                          <p:spTgt spid="6"/>
                                        </p:tgtEl>
                                        <p:attrNameLst>
                                          <p:attrName>ppt_x</p:attrName>
                                          <p:attrName>ppt_y</p:attrName>
                                        </p:attrNameLst>
                                      </p:cBhvr>
                                    </p:animMotion>
                                  </p:childTnLst>
                                </p:cTn>
                              </p:par>
                              <p:par>
                                <p:cTn id="13" presetID="10" presetClass="entr" presetSubtype="0" fill="hold" nodeType="withEffect">
                                  <p:stCondLst>
                                    <p:cond delay="8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decel="100000"/>
                                        <p:tgtEl>
                                          <p:spTgt spid="7"/>
                                        </p:tgtEl>
                                      </p:cBhvr>
                                    </p:animEffect>
                                    <p:animMotion origin="layout" path="M 0 0.01481 L 0 0 E" pathEditMode="relative" ptsTypes="AA">
                                      <p:cBhvr additive="base">
                                        <p:cTn id="16" dur="500" decel="100000" fill="hold"/>
                                        <p:tgtEl>
                                          <p:spTgt spid="7"/>
                                        </p:tgtEl>
                                        <p:attrNameLst>
                                          <p:attrName>ppt_x</p:attrName>
                                          <p:attrName>ppt_y</p:attrName>
                                        </p:attrNameLst>
                                      </p:cBhvr>
                                    </p:animMotion>
                                  </p:childTnLst>
                                </p:cTn>
                              </p:par>
                              <p:par>
                                <p:cTn id="17" presetID="10" presetClass="entr" presetSubtype="0" fill="hold" nodeType="withEffect">
                                  <p:stCondLst>
                                    <p:cond delay="1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decel="100000"/>
                                        <p:tgtEl>
                                          <p:spTgt spid="4"/>
                                        </p:tgtEl>
                                      </p:cBhvr>
                                    </p:animEffect>
                                    <p:animMotion origin="layout" path="M 0 0.01481 L 0 0 E" pathEditMode="relative" ptsTypes="AA">
                                      <p:cBhvr additive="base">
                                        <p:cTn id="20" dur="500" decel="100000" fill="hold"/>
                                        <p:tgtEl>
                                          <p:spTgt spid="4"/>
                                        </p:tgtEl>
                                        <p:attrNameLst>
                                          <p:attrName>ppt_x</p:attrName>
                                          <p:attrName>ppt_y</p:attrName>
                                        </p:attrNameLst>
                                      </p:cBhvr>
                                    </p:animMotion>
                                  </p:childTnLst>
                                </p:cTn>
                              </p:par>
                              <p:par>
                                <p:cTn id="21" presetID="10" presetClass="entr" presetSubtype="0" fill="hold" nodeType="withEffect">
                                  <p:stCondLst>
                                    <p:cond delay="16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decel="100000"/>
                                        <p:tgtEl>
                                          <p:spTgt spid="8"/>
                                        </p:tgtEl>
                                      </p:cBhvr>
                                    </p:animEffect>
                                    <p:animMotion origin="layout" path="M 0 0.01481 L 0 0 E" pathEditMode="relative" ptsTypes="AA">
                                      <p:cBhvr additive="base">
                                        <p:cTn id="24" dur="500" decel="100000" fill="hold"/>
                                        <p:tgtEl>
                                          <p:spTgt spid="8"/>
                                        </p:tgtEl>
                                        <p:attrNameLst>
                                          <p:attrName>ppt_x</p:attrName>
                                          <p:attrName>ppt_y</p:attrName>
                                        </p:attrNameLst>
                                      </p:cBhvr>
                                    </p:animMotion>
                                  </p:childTnLst>
                                </p:cTn>
                              </p:par>
                              <p:par>
                                <p:cTn id="25" presetID="10" presetClass="entr" presetSubtype="0" fill="hold" nodeType="withEffect">
                                  <p:stCondLst>
                                    <p:cond delay="20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decel="100000"/>
                                        <p:tgtEl>
                                          <p:spTgt spid="5"/>
                                        </p:tgtEl>
                                      </p:cBhvr>
                                    </p:animEffect>
                                    <p:animMotion origin="layout" path="M 0 0.01481 L 0 0 E" pathEditMode="relative" ptsTypes="AA">
                                      <p:cBhvr additive="base">
                                        <p:cTn id="28" dur="500" decel="100000" fill="hold"/>
                                        <p:tgtEl>
                                          <p:spTgt spid="5"/>
                                        </p:tgtEl>
                                        <p:attrNameLst>
                                          <p:attrName>ppt_x</p:attrName>
                                          <p:attrName>ppt_y</p:attrName>
                                        </p:attrNameLst>
                                      </p:cBhvr>
                                    </p:animMotion>
                                  </p:childTnLst>
                                </p:cTn>
                              </p:par>
                              <p:par>
                                <p:cTn id="29" presetID="10" presetClass="entr" presetSubtype="0" fill="hold" nodeType="withEffect">
                                  <p:stCondLst>
                                    <p:cond delay="24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decel="100000"/>
                                        <p:tgtEl>
                                          <p:spTgt spid="9"/>
                                        </p:tgtEl>
                                      </p:cBhvr>
                                    </p:animEffect>
                                    <p:animMotion origin="layout" path="M 0 0.01481 L 0 0 E" pathEditMode="relative" ptsTypes="AA">
                                      <p:cBhvr additive="base">
                                        <p:cTn id="32" dur="500" decel="1000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727</Words>
  <Application>Microsoft Macintosh PowerPoint</Application>
  <PresentationFormat>Widescreen</PresentationFormat>
  <Paragraphs>10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HU JAY</cp:lastModifiedBy>
  <cp:revision>2</cp:revision>
  <dcterms:created xsi:type="dcterms:W3CDTF">2013-01-27T09:14:16Z</dcterms:created>
  <dcterms:modified xsi:type="dcterms:W3CDTF">2026-10-31T17:08:59Z</dcterms:modified>
  <cp:category/>
</cp:coreProperties>
</file>